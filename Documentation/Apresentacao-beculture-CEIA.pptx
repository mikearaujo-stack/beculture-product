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0"/>
            <a:ext cx="320040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857232" y="2331720"/>
            <a:ext cx="1371600" cy="1371600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4" name="Text 2"/>
          <p:cNvSpPr/>
          <p:nvPr/>
        </p:nvSpPr>
        <p:spPr>
          <a:xfrm>
            <a:off x="9857232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543032" y="3017520"/>
            <a:ext cx="-960120" cy="-164592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43032" y="3017520"/>
            <a:ext cx="960120" cy="-141732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43032" y="3017520"/>
            <a:ext cx="1280160" cy="50292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43032" y="3017520"/>
            <a:ext cx="822960" cy="219456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43032" y="3017520"/>
            <a:ext cx="-1005840" cy="18288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8592" y="1097280"/>
            <a:ext cx="548640" cy="54864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11228832" y="1325880"/>
            <a:ext cx="548640" cy="54864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48872" y="3246120"/>
            <a:ext cx="548640" cy="54864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91672" y="4937760"/>
            <a:ext cx="548640" cy="54864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9262872" y="4572000"/>
            <a:ext cx="548640" cy="54864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1417320"/>
            <a:ext cx="457200" cy="128016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16276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ESPECIFICAÇÃO TÉCNICA · DOCUMENTO DE REQUISITOS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" y="2057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</a:t>
            </a:r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culture</a:t>
            </a:r>
            <a:pPr indent="0" marL="0">
              <a:buNone/>
            </a:pPr>
            <a:r>
              <a:rPr lang="en-US" sz="60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566928" y="3154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vamos construir com a CEIA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66928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Partner de IA · SaaS B2B multi-tenant · Versão definitiva (produção)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507492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212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ao fornecedor de desenvolvimento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Junho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77240"/>
            <a:ext cx="457200" cy="128016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IDEIA CENTRAL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é um produto isolado. É a </a:t>
            </a:r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plataforma-base de IA</a:t>
            </a:r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da beculture.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fundação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 de agentes, chat, memória de longo prazo e injeção de contexto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sobre a qual vamos evoluir IA em todos os módulos do negócio (Performance, Learning, Hiring e Project Management).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489204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5138928"/>
            <a:ext cx="219456" cy="219456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8" name="Text 6"/>
          <p:cNvSpPr/>
          <p:nvPr/>
        </p:nvSpPr>
        <p:spPr>
          <a:xfrm>
            <a:off x="1161288" y="48920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Reutilizável por módulo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50208" y="489204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138928"/>
            <a:ext cx="219456" cy="219456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48920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por design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33488" y="489204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5138928"/>
            <a:ext cx="219456" cy="219456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14" name="Text 12"/>
          <p:cNvSpPr/>
          <p:nvPr/>
        </p:nvSpPr>
        <p:spPr>
          <a:xfrm>
            <a:off x="7927848" y="48920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Pronta para escalar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 PRODUTO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é o beculture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“business partner” de IA para empresas: um ambiente web onde líderes e equipes conversam com squads de especialistas de IA, recebem insights, consultam relatórios, conectam suas ferramentas e acumulam uma memória organizacional de longo prazo. Vendido como SaaS B2B multi-tenant, por assinatura de módulos, com trial self-service.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697480"/>
            <a:ext cx="82296" cy="3246120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Cockpit de 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 de agentes, chat com streaming, feed, insights, relatórios, memória da IA e conectores.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2142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2142" y="2697480"/>
            <a:ext cx="82296" cy="32461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3678174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78174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Módulos de negócio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78174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Performance, Learning, Hiring (recrutamento) e Project Management — vendáveis por assinatura.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7356" y="2697480"/>
            <a:ext cx="82296" cy="3246120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388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3388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Plataforma de integrações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3388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conectores corporativos + servidor MCP que clientes externos podem operar.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32570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32570" y="2697480"/>
            <a:ext cx="82296" cy="32461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9388602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88602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Camada comercial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88602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Cadastro, trial, onboarding, planos, precificação e cobrança via gateway.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PEDIDO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pedimos à CEIA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00200"/>
            <a:ext cx="82296" cy="4297680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1828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Desenvolver a versão definitiva (produção)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46888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 um protótipo funcional (MVP) que valida todos os fluxos descritos — referência de comportamento e de experiência.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Especificamos o QUÊ (regras de negócio, fluxos, domínio, integrações e qualidade), não o COMO interno.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de frontend é obrigatória; arquitetura de backend e infraestrutura ficam a critério técnico da CEIA.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com qualidade e segurança de SaaS comercial.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19088" y="1600200"/>
            <a:ext cx="5202936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1600200"/>
            <a:ext cx="82296" cy="42976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739128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Como ler a especificação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39128" y="242316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24231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RF-xx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22208" y="2377440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funcionais — o que o sistema faz.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39128" y="3264408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9128" y="3264408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RNF-xx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22208" y="3218688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não-funcionais — qualidade esperada.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39128" y="4105656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4105656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normativas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22208" y="4059936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Preços, planos e papéis: implementar exatamente.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39128" y="4946904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494690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Anexos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22208" y="4901184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Catálogos completos + arquitetura de referência.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ESTRATÉGIA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que esta base primeiro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Squads, memória e injeção de contexto são construídos uma vez e reaproveitados por cada módulo. Cada novo módulo de negócio herda a inteligência da plataforma — não recomeça do zero.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69748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0F172B"/>
          </a:solidFill>
          <a:ln/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 DE 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plataforma-base desta entrega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38862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 &amp; agentes</a:t>
            </a:r>
            <a:endParaRPr lang="en-US" sz="13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em streaming</a:t>
            </a:r>
            <a:endParaRPr lang="en-US" sz="13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 de longo prazo</a:t>
            </a:r>
            <a:endParaRPr lang="en-US" sz="13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Injeção de contexto + BYOK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1728" y="4046220"/>
            <a:ext cx="2359152" cy="-1202436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4046220"/>
            <a:ext cx="2359152" cy="-288036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4046220"/>
            <a:ext cx="2359152" cy="626364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4046220"/>
            <a:ext cx="2359152" cy="1540764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3973068"/>
            <a:ext cx="146304" cy="146304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0" y="24688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24688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17" name="Shape 15"/>
          <p:cNvSpPr/>
          <p:nvPr/>
        </p:nvSpPr>
        <p:spPr>
          <a:xfrm>
            <a:off x="6995160" y="2798064"/>
            <a:ext cx="91440" cy="91440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5877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0" y="28803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Avaliações, OKRs e 1:1s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3832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33832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22" name="Shape 20"/>
          <p:cNvSpPr/>
          <p:nvPr/>
        </p:nvSpPr>
        <p:spPr>
          <a:xfrm>
            <a:off x="6995160" y="3712464"/>
            <a:ext cx="91440" cy="91440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35021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Learning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0" y="37947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Trilhas de aprendizagem e LMS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42976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40880" y="42976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27" name="Shape 25"/>
          <p:cNvSpPr/>
          <p:nvPr/>
        </p:nvSpPr>
        <p:spPr>
          <a:xfrm>
            <a:off x="6995160" y="4626864"/>
            <a:ext cx="91440" cy="91440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44165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Hiring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15200" y="47091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Vagas, triagem e pipeline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40880" y="52120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40880" y="52120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2" name="Shape 30"/>
          <p:cNvSpPr/>
          <p:nvPr/>
        </p:nvSpPr>
        <p:spPr>
          <a:xfrm>
            <a:off x="6995160" y="5541264"/>
            <a:ext cx="91440" cy="91440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53309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Management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315200" y="56235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Projetos e tarefas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40880" y="6035040"/>
            <a:ext cx="4581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módulo herda a IA da plataforma — não recomeça do zero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a versão definitiva entrega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874520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4168" y="1600200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 self-service (PJ e PF), trial de 14 dias sem cartão e onboarding guiado.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7356" y="1600200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8524" y="1874520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11" name="Text 9"/>
          <p:cNvSpPr/>
          <p:nvPr/>
        </p:nvSpPr>
        <p:spPr>
          <a:xfrm>
            <a:off x="6478524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4596" y="1600200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Autenticação, multi-tenancy com isolamento total por empresa e controle de papéis.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" y="2999232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999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2724912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squads/agentes e chat com IA em streaming, com histórico persistente.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7356" y="2724912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8524" y="2999232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78524" y="2999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54596" y="2724912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 de longo prazo da IA (corporativa e de usuário), injetada no contexto.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849624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" y="4123944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44168" y="3849624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Conectores corporativos com OAuth real e servidor MCP autenticado por chave de API.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77356" y="3849624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78524" y="4123944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27" name="Text 25"/>
          <p:cNvSpPr/>
          <p:nvPr/>
        </p:nvSpPr>
        <p:spPr>
          <a:xfrm>
            <a:off x="6478524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54596" y="3849624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por tenant (BYOK), com fallback gerenciado durante o trial.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4974336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" y="5248656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5248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44168" y="4974336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 de conteúdo, insights e relatórios.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7356" y="4974336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78524" y="5248656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35" name="Text 33"/>
          <p:cNvSpPr/>
          <p:nvPr/>
        </p:nvSpPr>
        <p:spPr>
          <a:xfrm>
            <a:off x="6478524" y="5248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54596" y="4974336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recorrente (Pix, cartão, boleto), faturas e controle de assinatura/paywall.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Fora de escopo nesta fase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91640"/>
            <a:ext cx="82296" cy="1234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874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Telas internas dos módulos de negócio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21808" y="1920240"/>
            <a:ext cx="0" cy="777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96128" y="1691640"/>
            <a:ext cx="5660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aprofundada de Performance, Learning, Hiring e PM além do descrito. O foco é a plataforma de IA + camada comercial + base multi-tenant que sustenta os módulos.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3108960"/>
            <a:ext cx="82296" cy="1234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918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Apps móveis nativos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321808" y="3337560"/>
            <a:ext cx="0" cy="777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3108960"/>
            <a:ext cx="5660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aplicação é web responsiva (desktop e mobile-web).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52628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4526280"/>
            <a:ext cx="82296" cy="1234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7091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Emissão fiscal (NF-e)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321808" y="4754880"/>
            <a:ext cx="0" cy="777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4526280"/>
            <a:ext cx="5660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Prevista para evolução, integrada ao gateway de pagamento.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desta versão: a base de IA + comercial + multi-tenant que torna a evolução dos módulos rápida e barata.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 DE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Os pilares funcionais da plataforma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41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45920"/>
            <a:ext cx="3441192" cy="77724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45920"/>
            <a:ext cx="2892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Squads &amp; agentes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2892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41248" y="3429000"/>
            <a:ext cx="289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AGENTES-PERSONA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388620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023360"/>
            <a:ext cx="289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squads × 5 agentes, cada um com prompt próprio e ~150 perguntas-modelo. Catálogo global, administrável; estado (fixados) por usuário.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3880" y="1645920"/>
            <a:ext cx="3441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3880" y="1645920"/>
            <a:ext cx="3441192" cy="77724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14" name="Text 12"/>
          <p:cNvSpPr/>
          <p:nvPr/>
        </p:nvSpPr>
        <p:spPr>
          <a:xfrm>
            <a:off x="4648200" y="1645920"/>
            <a:ext cx="2892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 em streaming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8200" y="2606040"/>
            <a:ext cx="2892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SSE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48200" y="3429000"/>
            <a:ext cx="289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A TOKEN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8200" y="388620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8200" y="4023360"/>
            <a:ext cx="289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 com squad ou agente; resposta em tempo real com cancelamento; histórico persistente, agrupamentos e documentos gerados.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0832" y="1645920"/>
            <a:ext cx="3441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80832" y="1645920"/>
            <a:ext cx="3441192" cy="77724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21" name="Text 19"/>
          <p:cNvSpPr/>
          <p:nvPr/>
        </p:nvSpPr>
        <p:spPr>
          <a:xfrm>
            <a:off x="8455152" y="1645920"/>
            <a:ext cx="2892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Memória de longo prazo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5152" y="2606040"/>
            <a:ext cx="2892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★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455152" y="3429000"/>
            <a:ext cx="289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55152" y="388620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5152" y="4023360"/>
            <a:ext cx="289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Fatos que personalizam as respostas. Corporativa vs. de usuário, com níveis de confiança e injeção hierárquica no contexto.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DIFERENCIAL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Memória de longo prazo da 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base de conhecimento de longo prazo da IA sobre a empresa. É o ativo reutilizável que personaliza todos os squads — e, no futuro, todos os módulos.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486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286000"/>
            <a:ext cx="82296" cy="3520440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468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Injeção hierárquica no contexto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7048" y="28163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MAIOR PRECEDÊNCIA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15568" y="3291840"/>
            <a:ext cx="0" cy="1975104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3063240"/>
            <a:ext cx="457200" cy="45720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27048" y="3063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Estratégica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visão, posicionamento, direção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" y="3721608"/>
            <a:ext cx="457200" cy="45720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27048" y="3721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Hierárquica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estrutura e papéis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968" y="4379976"/>
            <a:ext cx="457200" cy="45720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7048" y="43799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Categoria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tema do squad em uso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" y="5038344"/>
            <a:ext cx="457200" cy="45720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27048" y="50383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Histórica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contexto acumulado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19088" y="22860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2286000"/>
            <a:ext cx="64008" cy="7772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647688" y="23591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Corporativa vs. de usuário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47688" y="26700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Corporativa é só-leitura para membros (admin/owner gerenciam). De usuário, editável por quem criou.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19088" y="32004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9088" y="3200400"/>
            <a:ext cx="64008" cy="7772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647688" y="32735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Confiança e ativação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47688" y="35844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item tem nível de confiança (alta/média/baixa); inativos não entram no contexto.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19088" y="41148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4114800"/>
            <a:ext cx="64008" cy="7772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6647688" y="41879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Temas dinâmicos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647688" y="44988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tema por squad (via slug) + 3 transversais fixos: Estratégico, Hierárquico, Histórico.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19088" y="50292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9088" y="5029200"/>
            <a:ext cx="64008" cy="7772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5"/>
          <p:cNvSpPr/>
          <p:nvPr/>
        </p:nvSpPr>
        <p:spPr>
          <a:xfrm>
            <a:off x="6647688" y="51023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Orçamento de contexto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647688" y="54132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UI estima o consumo de tokens por memória e o total das ativas.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INTEGRAÇÕES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Conectores e servidor MCP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4411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91640"/>
            <a:ext cx="82296" cy="40233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65960"/>
            <a:ext cx="2983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2834640"/>
            <a:ext cx="2983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Catálogo de conectores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356616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703320"/>
            <a:ext cx="2938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Conectores corporativos por categoria (comunicação, RH &amp; folha, recrutamento, projetos, BI, CRM e mais). Estado conectado por empresa, com origem registrada (app, MCP ou OAuth).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3880" y="1691640"/>
            <a:ext cx="34411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3880" y="1691640"/>
            <a:ext cx="82296" cy="40233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4648200" y="1965960"/>
            <a:ext cx="2983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1→N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48200" y="2834640"/>
            <a:ext cx="2983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OAuth real — piloto Slack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48200" y="356616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8200" y="3703320"/>
            <a:ext cx="2938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OAuth completo: state assinado, token cifrado por empresa, operações reais (listar canais, enviar mensagem). Molde para os demais conectores.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0832" y="1691640"/>
            <a:ext cx="34411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0832" y="1691640"/>
            <a:ext cx="82296" cy="4023360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19" name="Text 17"/>
          <p:cNvSpPr/>
          <p:nvPr/>
        </p:nvSpPr>
        <p:spPr>
          <a:xfrm>
            <a:off x="8455152" y="1965960"/>
            <a:ext cx="2983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3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455152" y="2834640"/>
            <a:ext cx="2983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Servidor MCP — vendável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55152" y="356616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5152" y="3703320"/>
            <a:ext cx="2938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MCP autenticado por chave de API por empresa; ferramentas escopadas ao tenant. Clientes externos de IA operam a conta da empresa com segurança.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MCP é um produto vendável: a beculture se torna uma plataforma de integrações, não apenas um app.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Stack obrigatória e restrições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4937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45920"/>
            <a:ext cx="82296" cy="4114800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 — OBRIGATÓRIO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240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substituível sem aprovação formal.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6968" y="274320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 19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3182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Biblioteca de UI (SPA)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" y="370332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8130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4142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 utility-first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" y="466344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7731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JavaScript + TypeScript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51023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Tipagem nas regras de negócio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70448" y="1645920"/>
            <a:ext cx="575157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70448" y="1645920"/>
            <a:ext cx="82296" cy="41148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6190488" y="1874520"/>
            <a:ext cx="5202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Restrições gerais — backend a critério da CEIA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0488" y="2377440"/>
            <a:ext cx="511149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stateless e horizontalmente escalável; auth por token, autorização por papel/tenant.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relacional como fonte de verdade transacional (NoSQL/cache complementam).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de IA (ex.: SSE) com cancelamento.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MCP público, autenticado por chave de API por empresa.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Segredos cifrados em repouso (chaves de IA, tokens OAuth), geríveis por KMS.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conteinerizada, ambientes separados, migrações versionadas e observabilidade.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CONFIANÇA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Multi-tenancy, papéis e LGPD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4411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91640"/>
            <a:ext cx="3441192" cy="68580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9164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Isolamento total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606040"/>
            <a:ext cx="28742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dado pertence a uma empresa e é isolado entre tenants.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 derivado da identidade do servidor — nunca de parâmetros do cliente.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Catálogos globais; estado por empresa/usuário.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3880" y="1691640"/>
            <a:ext cx="34411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3880" y="1691640"/>
            <a:ext cx="3441192" cy="68580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11" name="Text 9"/>
          <p:cNvSpPr/>
          <p:nvPr/>
        </p:nvSpPr>
        <p:spPr>
          <a:xfrm>
            <a:off x="4648200" y="169164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Papéis e permissões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6488" y="2606040"/>
            <a:ext cx="28742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— controle total (billing, convites, papéis, chaves).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— privilégios delegados.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Membro — chat, memórias próprias, leitura.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0832" y="1691640"/>
            <a:ext cx="34411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0832" y="1691640"/>
            <a:ext cx="3441192" cy="685800"/>
          </a:xfrm>
          <a:prstGeom prst="rect">
            <a:avLst/>
          </a:prstGeom>
          <a:solidFill>
            <a:srgbClr val="0F1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455152" y="169164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Segurança &amp; LGPD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73440" y="2606040"/>
            <a:ext cx="28742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Segredos cifrados em repouso; chaves MCP só-hash.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Conformidade LGPD (consentimento, retenção, exclusão).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Hashing forte de senha; proteção de rotas.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Precificação — seção normativa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e lógica devem ser implementados exatamente como na especificação (parametrizáveis em produção).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34466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03120"/>
            <a:ext cx="82296" cy="12801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40280"/>
            <a:ext cx="48874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usuário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606040"/>
            <a:ext cx="48417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· Learning · Project Management — preço por usuário/mês, por faixa de quantidade.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2103120"/>
            <a:ext cx="534466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7356" y="2103120"/>
            <a:ext cx="82296" cy="1280160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2240280"/>
            <a:ext cx="48874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posição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1676" y="2606040"/>
            <a:ext cx="48417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— preço por vaga/mês, cobrado isoladamente (não entra no desconto de pacote).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611880"/>
            <a:ext cx="53446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6118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21608"/>
            <a:ext cx="48874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planos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4050792"/>
            <a:ext cx="48874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· Profissional · Expert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7356" y="3611880"/>
            <a:ext cx="53446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7356" y="36118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20" name="Text 18"/>
          <p:cNvSpPr/>
          <p:nvPr/>
        </p:nvSpPr>
        <p:spPr>
          <a:xfrm>
            <a:off x="6551676" y="3721608"/>
            <a:ext cx="48874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Faixas por quantidade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51676" y="4050792"/>
            <a:ext cx="48874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 unitário cai conforme a faixa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507992"/>
            <a:ext cx="53446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4507992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617720"/>
            <a:ext cx="48874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Ciclo anual −15%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" y="4946904"/>
            <a:ext cx="48874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Aplicado sobre o preço mensal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77356" y="4507992"/>
            <a:ext cx="53446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7356" y="4507992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28" name="Text 26"/>
          <p:cNvSpPr/>
          <p:nvPr/>
        </p:nvSpPr>
        <p:spPr>
          <a:xfrm>
            <a:off x="6551676" y="4617720"/>
            <a:ext cx="48874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Desconto de pacote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51676" y="4946904"/>
            <a:ext cx="48874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âncora no plano; demais em Basic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404104"/>
            <a:ext cx="53446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5404104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5513832"/>
            <a:ext cx="48874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Hiring máx. 8 posições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" y="5843016"/>
            <a:ext cx="48874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 parametrizável na interface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7356" y="5404104"/>
            <a:ext cx="53446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7356" y="5404104"/>
            <a:ext cx="64008" cy="749808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6" name="Text 34"/>
          <p:cNvSpPr/>
          <p:nvPr/>
        </p:nvSpPr>
        <p:spPr>
          <a:xfrm>
            <a:off x="6551676" y="5513832"/>
            <a:ext cx="48874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Snapshot na assinatura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551676" y="5843016"/>
            <a:ext cx="48874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Preços e quantidades gravados na contratação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Faseamento sugerido (não-vinculante)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8118" y="1545336"/>
            <a:ext cx="292608" cy="292608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Fundações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8096" y="3246120"/>
            <a:ext cx="155265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Multi-tenancy, auth/papéis, cadastro/trial, onboarding, billing (Pix/cartão/boleto), paywall.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73145" y="1545336"/>
            <a:ext cx="292608" cy="292608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13" name="Shape 11"/>
          <p:cNvSpPr/>
          <p:nvPr/>
        </p:nvSpPr>
        <p:spPr>
          <a:xfrm>
            <a:off x="2841955" y="1920240"/>
            <a:ext cx="1954987" cy="3383280"/>
          </a:xfrm>
          <a:prstGeom prst="rect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43123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43123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Núcleo de IA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43123" y="3246120"/>
            <a:ext cx="1552651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3123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 e agentes, chat em streaming, histórico e projetos, memória de longo prazo, BYOK + fallback de trial.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8172" y="1545336"/>
            <a:ext cx="292608" cy="292608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5116982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18150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18150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18150" y="3246120"/>
            <a:ext cx="155265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8150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conectores, OAuth (Slack piloto), servidor MCP com chaves por empresa.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3199" y="1545336"/>
            <a:ext cx="292608" cy="292608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7392010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93178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93178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Conteúdo &amp; analytics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93178" y="3246120"/>
            <a:ext cx="155265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93178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Feed, insights, relatórios, documentos; área administrativa de catálogos e preços.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498226" y="1545336"/>
            <a:ext cx="292608" cy="292608"/>
          </a:xfrm>
          <a:prstGeom prst="ellipse">
            <a:avLst/>
          </a:prstGeom>
          <a:solidFill>
            <a:srgbClr val="0F1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9667037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B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868205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68205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Evoluções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868205" y="3246120"/>
            <a:ext cx="155265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68205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SSO/SAML (Expert), NF-e, OAuth no MCP, novos conectores e módulos aprofundados.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55778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Fase 2 é a base de IA que reaproveitamos em todos os módulos.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77240"/>
            <a:ext cx="457200" cy="128016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ESPERAMOS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Uma base de IA sólida, segura e reutilizável.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441192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880360"/>
            <a:ext cx="201168" cy="201168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172968"/>
            <a:ext cx="2892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Qualidade de SaaS comercial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70332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Segurança, isolamento por tenant, observabilidade e desempenho desde o primeiro dia.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880" y="2606040"/>
            <a:ext cx="3441192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8200" y="2880360"/>
            <a:ext cx="201168" cy="201168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11" name="Text 9"/>
          <p:cNvSpPr/>
          <p:nvPr/>
        </p:nvSpPr>
        <p:spPr>
          <a:xfrm>
            <a:off x="4648200" y="3172968"/>
            <a:ext cx="2892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Fidelidade ao escopo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8200" y="370332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conforme a stack obrigatória; tabelas normativas implementadas exatamente.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0832" y="2606040"/>
            <a:ext cx="3441192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5152" y="2880360"/>
            <a:ext cx="201168" cy="201168"/>
          </a:xfrm>
          <a:prstGeom prst="ellipse">
            <a:avLst/>
          </a:prstGeom>
          <a:solidFill>
            <a:srgbClr val="FFCA28"/>
          </a:solidFill>
          <a:ln/>
        </p:spPr>
      </p:sp>
      <p:sp>
        <p:nvSpPr>
          <p:cNvPr id="15" name="Text 13"/>
          <p:cNvSpPr/>
          <p:nvPr/>
        </p:nvSpPr>
        <p:spPr>
          <a:xfrm>
            <a:off x="8455152" y="3172968"/>
            <a:ext cx="2892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Pensada para evoluir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5152" y="370332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Memória, squads e contexto reaproveitáveis pelos módulos de negócio.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84632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77316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Leitura da especificação técnica completa (.docx)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Alinhamento de dúvidas e premissas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Proposta de plano e cronograma por fase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A plataforma-base de IA sobre a qual tudo o mais é construído.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beculture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beculture — Especificação para Desenvolvimento (CEIA)</dc:title>
  <dc:subject>PptxGenJS Presentation</dc:subject>
  <dc:creator>beculture</dc:creator>
  <cp:lastModifiedBy>beculture</cp:lastModifiedBy>
  <cp:revision>1</cp:revision>
  <dcterms:created xsi:type="dcterms:W3CDTF">2026-06-20T14:30:12Z</dcterms:created>
  <dcterms:modified xsi:type="dcterms:W3CDTF">2026-06-20T14:30:12Z</dcterms:modified>
</cp:coreProperties>
</file>